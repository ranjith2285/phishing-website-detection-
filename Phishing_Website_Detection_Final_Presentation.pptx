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147782"/>
            <a:ext cx="8950036" cy="1269856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dirty="0"/>
              <a:t>Phishing Website Detection by Machine Learning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dirty="0"/>
              <a:t>Team Members:</a:t>
            </a:r>
          </a:p>
          <a:p>
            <a:pPr marL="0" indent="0" algn="ctr">
              <a:buNone/>
            </a:pPr>
            <a:r>
              <a:rPr lang="en-IN" dirty="0"/>
              <a:t>  </a:t>
            </a:r>
            <a:r>
              <a:rPr lang="en-IN" dirty="0" err="1"/>
              <a:t>S.Shathvaran</a:t>
            </a:r>
            <a:r>
              <a:rPr lang="en-IN" dirty="0"/>
              <a:t> (211423104618)</a:t>
            </a:r>
          </a:p>
          <a:p>
            <a:pPr marL="0" indent="0" algn="ctr">
              <a:buNone/>
            </a:pPr>
            <a:r>
              <a:rPr lang="en-IN" dirty="0"/>
              <a:t>   </a:t>
            </a:r>
            <a:r>
              <a:rPr lang="en-IN" dirty="0" err="1"/>
              <a:t>K.Sri</a:t>
            </a:r>
            <a:r>
              <a:rPr lang="en-IN" dirty="0"/>
              <a:t> RanjithKumar (211423104643)</a:t>
            </a:r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dirty="0"/>
              <a:t>Guide: </a:t>
            </a:r>
            <a:r>
              <a:rPr lang="en-IN" dirty="0" err="1"/>
              <a:t>Mrs.Monica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Department of Computer Science and Engineering</a:t>
            </a:r>
          </a:p>
          <a:p>
            <a:pPr marL="0" indent="0" algn="ctr">
              <a:buNone/>
            </a:pPr>
            <a:r>
              <a:rPr lang="en-IN" dirty="0"/>
              <a:t>Panimalar Engineering College</a:t>
            </a:r>
          </a:p>
          <a:p>
            <a:pPr marL="0" indent="0" algn="ctr">
              <a:buNone/>
            </a:pPr>
            <a:r>
              <a:rPr lang="en-IN" dirty="0"/>
              <a:t>October 2025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17638"/>
            <a:ext cx="9144000" cy="5440362"/>
          </a:xfrm>
        </p:spPr>
        <p:txBody>
          <a:bodyPr>
            <a:normAutofit fontScale="70000" lnSpcReduction="20000"/>
          </a:bodyPr>
          <a:lstStyle/>
          <a:p>
            <a:pPr algn="just"/>
            <a:endParaRPr dirty="0"/>
          </a:p>
          <a:p>
            <a:pPr algn="just"/>
            <a:r>
              <a:rPr dirty="0"/>
              <a:t>Introduction</a:t>
            </a:r>
          </a:p>
          <a:p>
            <a:pPr algn="just"/>
            <a:r>
              <a:rPr dirty="0"/>
              <a:t>Objective</a:t>
            </a:r>
          </a:p>
          <a:p>
            <a:pPr algn="just"/>
            <a:r>
              <a:rPr dirty="0"/>
              <a:t>Literature Survey</a:t>
            </a:r>
          </a:p>
          <a:p>
            <a:pPr algn="just"/>
            <a:r>
              <a:rPr dirty="0"/>
              <a:t>Problem Statement</a:t>
            </a:r>
          </a:p>
          <a:p>
            <a:pPr algn="just"/>
            <a:r>
              <a:rPr dirty="0"/>
              <a:t>Architecture Diagram</a:t>
            </a:r>
          </a:p>
          <a:p>
            <a:pPr algn="just"/>
            <a:r>
              <a:rPr dirty="0"/>
              <a:t>Use Case Diagram</a:t>
            </a:r>
          </a:p>
          <a:p>
            <a:pPr algn="just"/>
            <a:r>
              <a:rPr dirty="0"/>
              <a:t>Modules</a:t>
            </a:r>
          </a:p>
          <a:p>
            <a:pPr algn="just"/>
            <a:r>
              <a:rPr dirty="0"/>
              <a:t>Algorithms / Methodology</a:t>
            </a:r>
          </a:p>
          <a:p>
            <a:pPr algn="just"/>
            <a:r>
              <a:rPr dirty="0"/>
              <a:t>Testing</a:t>
            </a:r>
          </a:p>
          <a:p>
            <a:pPr algn="just"/>
            <a:r>
              <a:rPr dirty="0"/>
              <a:t>Test Cases &amp; Validation</a:t>
            </a:r>
          </a:p>
          <a:p>
            <a:pPr algn="just"/>
            <a:r>
              <a:rPr dirty="0"/>
              <a:t>Performance Analysis</a:t>
            </a:r>
          </a:p>
          <a:p>
            <a:pPr algn="just"/>
            <a:r>
              <a:rPr dirty="0"/>
              <a:t>Screenshots</a:t>
            </a:r>
          </a:p>
          <a:p>
            <a:pPr algn="just"/>
            <a:r>
              <a:rPr dirty="0"/>
              <a:t>Conclusion</a:t>
            </a:r>
          </a:p>
          <a:p>
            <a:pPr algn="just"/>
            <a:r>
              <a:rPr dirty="0"/>
              <a:t>Future Work</a:t>
            </a:r>
          </a:p>
          <a:p>
            <a:pPr algn="just"/>
            <a:r>
              <a:rPr dirty="0"/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Phishing websites mimic legitimate sites.</a:t>
            </a:r>
          </a:p>
          <a:p>
            <a:r>
              <a:t>Goal: steal user credentials and financial info.</a:t>
            </a:r>
          </a:p>
          <a:p>
            <a:r>
              <a:t>Traditional methods: manual and blacklist-based.</a:t>
            </a:r>
          </a:p>
          <a:p>
            <a:r>
              <a:t>Machine Learning offers automated detection.</a:t>
            </a:r>
          </a:p>
          <a:p>
            <a:r>
              <a:t>Enhances security and browsing safety.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5327146"/>
          </a:xfrm>
        </p:spPr>
        <p:txBody>
          <a:bodyPr/>
          <a:lstStyle/>
          <a:p>
            <a:endParaRPr dirty="0"/>
          </a:p>
          <a:p>
            <a:r>
              <a:rPr dirty="0"/>
              <a:t>Detect phishing websites using ML algorithms.</a:t>
            </a:r>
          </a:p>
          <a:p>
            <a:r>
              <a:rPr dirty="0"/>
              <a:t>Extract multiple URL-based and HTML features.</a:t>
            </a:r>
          </a:p>
          <a:p>
            <a:r>
              <a:rPr dirty="0"/>
              <a:t>Train models and compare performance.</a:t>
            </a:r>
          </a:p>
          <a:p>
            <a:r>
              <a:rPr dirty="0"/>
              <a:t>Choose best-performing model (</a:t>
            </a:r>
            <a:r>
              <a:rPr dirty="0" err="1"/>
              <a:t>XGBoost</a:t>
            </a:r>
            <a:r>
              <a:rPr dirty="0"/>
              <a:t>).</a:t>
            </a:r>
          </a:p>
          <a:p>
            <a:r>
              <a:rPr dirty="0"/>
              <a:t>Enable real-time phishing detection.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6089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dirty="0">
                <a:solidFill>
                  <a:schemeClr val="bg1"/>
                </a:solidFill>
              </a:rP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902049"/>
              </p:ext>
            </p:extLst>
          </p:nvPr>
        </p:nvGraphicFramePr>
        <p:xfrm>
          <a:off x="0" y="1371600"/>
          <a:ext cx="9144000" cy="5486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876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Author &amp;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76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Mohammad et al., 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Phishing website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76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Jain &amp; Gupta, 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ML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76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Marchal et al., 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URL feature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Naïve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76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Aburrous et al.,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Hybrid ML 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76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Moghimi et al.,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Deep learning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876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AlMousa,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Feature selection-based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876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Dey et al.,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Ensemble ML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RF + XGB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876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Ramesh et al.,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Real-time URL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876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Patel &amp; Desai,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Web content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877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Sharma et al.,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Hybrid multi-feature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dirty="0"/>
                        <a:t>94%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Phishing websites increase cybercrime rates.</a:t>
            </a:r>
          </a:p>
          <a:p>
            <a:r>
              <a:t>Manual detection is inefficient.</a:t>
            </a:r>
          </a:p>
          <a:p>
            <a:r>
              <a:t>Need automated ML-based real-time detection.</a:t>
            </a:r>
          </a:p>
          <a:p>
            <a:r>
              <a:t>Objective: classify URLs as legitimate or phishing.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dirty="0"/>
              <a:t>Architecture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574D07-F4B6-1847-4EDC-2FC664A222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1600200"/>
            <a:ext cx="9146602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0"/>
            <a:ext cx="8229600" cy="1143000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dirty="0"/>
              <a:t>Use Case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4EF33D-05D0-D799-FED1-8B792135FF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4327" y="1223674"/>
            <a:ext cx="7481455" cy="56343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dirty="0"/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Data Collection Module</a:t>
            </a:r>
          </a:p>
          <a:p>
            <a:r>
              <a:rPr dirty="0"/>
              <a:t>Feature Extraction Module</a:t>
            </a:r>
          </a:p>
          <a:p>
            <a:r>
              <a:rPr dirty="0"/>
              <a:t>Model Training Module</a:t>
            </a:r>
          </a:p>
          <a:p>
            <a:r>
              <a:rPr dirty="0"/>
              <a:t>Testing Module</a:t>
            </a:r>
          </a:p>
          <a:p>
            <a:r>
              <a:rPr dirty="0"/>
              <a:t>Prediction Module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dirty="0"/>
              <a:t>Algorithms /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Supervised Learning Classification Approach</a:t>
            </a:r>
          </a:p>
          <a:p>
            <a:r>
              <a:t>Models: Decision Tree, Random Forest, SVM, XGBoost, MLP</a:t>
            </a:r>
          </a:p>
          <a:p>
            <a:r>
              <a:t>Feature Extraction: URL, Domain, HTML/JS-based</a:t>
            </a:r>
          </a:p>
          <a:p>
            <a:r>
              <a:t>Train-Test Split: 80%-20%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dirty="0"/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Functional Testing</a:t>
            </a:r>
          </a:p>
          <a:p>
            <a:r>
              <a:t>Unit Testing</a:t>
            </a:r>
          </a:p>
          <a:p>
            <a:r>
              <a:t>Integration Testing</a:t>
            </a:r>
          </a:p>
          <a:p>
            <a:r>
              <a:t>Validation Testing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dirty="0"/>
              <a:t>Test Cases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82618"/>
            <a:ext cx="8229600" cy="2114983"/>
          </a:xfrm>
        </p:spPr>
        <p:txBody>
          <a:bodyPr/>
          <a:lstStyle/>
          <a:p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440598"/>
              </p:ext>
            </p:extLst>
          </p:nvPr>
        </p:nvGraphicFramePr>
        <p:xfrm>
          <a:off x="457200" y="1805565"/>
          <a:ext cx="8229600" cy="2092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Test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Input 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Expected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google.com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Legitimate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paypal-secure.xyz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Phishing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facebook.com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Legitimate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dirty="0"/>
                        <a:t>icicibank-security.net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Phishing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dirty="0"/>
              <a:t>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Decision Tree – 79%</a:t>
            </a:r>
          </a:p>
          <a:p>
            <a:r>
              <a:rPr dirty="0"/>
              <a:t>Random Forest – 83%</a:t>
            </a:r>
          </a:p>
          <a:p>
            <a:r>
              <a:rPr dirty="0"/>
              <a:t>SVM – 80%</a:t>
            </a:r>
          </a:p>
          <a:p>
            <a:r>
              <a:rPr dirty="0" err="1"/>
              <a:t>XGBoost</a:t>
            </a:r>
            <a:r>
              <a:rPr dirty="0"/>
              <a:t> – 86.4% (Best)</a:t>
            </a:r>
          </a:p>
          <a:p>
            <a:r>
              <a:rPr dirty="0"/>
              <a:t>Evaluated using Accuracy, Precision, Recall, F1-score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dirty="0"/>
              <a:t>Screenshots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CBE154-B3C2-67B0-4079-B0F339D530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1687" y="1774608"/>
            <a:ext cx="5000625" cy="19050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3AD44D-CE9E-04A5-03B8-C2955E3AB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687" y="3935845"/>
            <a:ext cx="5000625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Phishing website detection system implemented.</a:t>
            </a:r>
          </a:p>
          <a:p>
            <a:r>
              <a:t>XGBoost model performed best with 86% accuracy.</a:t>
            </a:r>
          </a:p>
          <a:p>
            <a:r>
              <a:t>System enables secure and real-time predictions.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dirty="0"/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Integrate browser extension.</a:t>
            </a:r>
          </a:p>
          <a:p>
            <a:r>
              <a:t>Develop GUI for end-users.</a:t>
            </a:r>
          </a:p>
          <a:p>
            <a:r>
              <a:t>Adopt CNN-based deep learning.</a:t>
            </a:r>
          </a:p>
          <a:p>
            <a:r>
              <a:t>Deploy cloud-based live system.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IEEE &amp; Springer papers (2012–2024)</a:t>
            </a:r>
          </a:p>
          <a:p>
            <a:r>
              <a:t>PhishTank Dataset</a:t>
            </a:r>
          </a:p>
          <a:p>
            <a:r>
              <a:t>UNB Dataset</a:t>
            </a:r>
          </a:p>
          <a:p>
            <a:r>
              <a:t>Research on ML-based phishing 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479</Words>
  <Application>Microsoft Office PowerPoint</Application>
  <PresentationFormat>On-screen Show (4:3)</PresentationFormat>
  <Paragraphs>158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Phishing Website Detection by Machine Learning Techniques</vt:lpstr>
      <vt:lpstr>Agenda</vt:lpstr>
      <vt:lpstr>Introduction</vt:lpstr>
      <vt:lpstr>Objective</vt:lpstr>
      <vt:lpstr>Literature Survey</vt:lpstr>
      <vt:lpstr>Problem Statement</vt:lpstr>
      <vt:lpstr>Architecture Diagram</vt:lpstr>
      <vt:lpstr>Use Case Diagram</vt:lpstr>
      <vt:lpstr>Modules</vt:lpstr>
      <vt:lpstr>Algorithms / Methodology</vt:lpstr>
      <vt:lpstr>Testing</vt:lpstr>
      <vt:lpstr>Test Cases &amp; Validation</vt:lpstr>
      <vt:lpstr>Performance Analysis</vt:lpstr>
      <vt:lpstr>Screenshots</vt:lpstr>
      <vt:lpstr>Conclusion</vt:lpstr>
      <vt:lpstr>Future Work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shath varan</cp:lastModifiedBy>
  <cp:revision>3</cp:revision>
  <dcterms:created xsi:type="dcterms:W3CDTF">2013-01-27T09:14:16Z</dcterms:created>
  <dcterms:modified xsi:type="dcterms:W3CDTF">2025-10-27T13:58:53Z</dcterms:modified>
  <cp:category/>
</cp:coreProperties>
</file>